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Face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404040"/>
                </a:solidFill>
              </a:defRPr>
            </a:pPr>
            <a:r>
              <a:t>Real-time Face Recognition System on NVIDIA Jetson Nano</a:t>
            </a:r>
          </a:p>
          <a:p>
            <a:pPr algn="ctr">
              <a:defRPr sz="2000">
                <a:solidFill>
                  <a:srgbClr val="404040"/>
                </a:solidFill>
              </a:defRPr>
            </a:pPr>
          </a:p>
          <a:p>
            <a:pPr algn="ctr">
              <a:defRPr sz="2000">
                <a:solidFill>
                  <a:srgbClr val="404040"/>
                </a:solidFill>
              </a:defRPr>
            </a:pPr>
            <a:r>
              <a:t>Southern University of Science and Technology</a:t>
            </a:r>
          </a:p>
          <a:p>
            <a:pPr algn="ctr">
              <a:defRPr sz="2000">
                <a:solidFill>
                  <a:srgbClr val="404040"/>
                </a:solidFill>
              </a:defRPr>
            </a:pPr>
            <a:r>
              <a:t>Xianzhi Tang, Honglin Li, Yichong Yang, Keyu Zhu, Jiahao Wei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1. Introduction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2. Related Work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3. InsightFace Framework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4. Face Detection (RetinaFace)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5. Face Alignment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6. Face Recognition (ArcFace)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7. Implementation &amp; Optimization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8. Experiments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9. Summary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Real-time face recognition on NVIDIA Jetson Nano (edge computing)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Based on InsightFace open-source framework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Detection: RetinaFace (single-stage dense face localization)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Feature Extraction: ArcFace with ResNet100 (512-D features)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Acceleration: ONNX + TensorRT (FP16 quantization)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Goal: High accuracy and robustness in complex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Face Recognition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Image -&gt; Detect -&gt; (bbox, kps) -&gt; Align -&gt; Recognize -&gt; f in R^d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1. Detection: Locating face bounding box in image frame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2. Alignment: Affine/similarity transform to standard template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3. Feature Extraction: Map face to 512-D compact vector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4. Matching: Cosine similarity; 1:1 verification or 1:N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2. Related Work: Face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Early: Viola-Jones (Haar features + AdaBoost)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Deep Learning: SSD, YOLO adapted for faces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MTCNN: Multi-stage framework (P-Net, R-Net, O-Net)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Multiple stages lead to computational overhead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RetinaFace: Single-stage multi-task learning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Predicts face scores, bounding boxes, 5 landmarks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FPN for scale and pose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2. Related Work: Loss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Triplet Loss (FaceNet): Direct embedding distance optimization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Combinatorial explosion, expensive and unstable training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Margin-based Softmax: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SphereFace: Multiplicative angular margin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CosFace: Additive cosine margin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ArcFace: Additive angular margin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ArcFace: Clearer geometry, stable training, SOTA on LFW/MegaFace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2. Related Work: Backbone &amp;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Lightweight: MobileNet, ShuffleNet (mobile efficiency)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High discriminability: ResNet (residual connections)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This project: ResNet100 for maximum discriminability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Jetson Nano (128-core Maxwell GPU):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ONNX: Cross-platform intermediate representation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TensorRT: Layer Fusion + Precision Calibration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FP16: 2-3x speedup vs FP32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3. InsightFace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Open-source 2D/3D face analysis toolbox (MIT license)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SOTA algorithms: ArcFace, CosFace, etc.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Compatible: Python 3.x, PyTorch, MXNet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Efficient on CPUs, GPUs, mobile devices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Applications: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Biometric security, smart surveillance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Social media photo sorting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4. Face Detection: RetinaFace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Single-stage multi-task detector with feature pyramid {F_l}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Anchor-based: predicts offsets t=(t_x, t_y, t_w, t_h)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x = x_a + t_x*w_a, w = w_a*exp(t_w)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Landmark: K=5 keypoints with normalized offsets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Multi-task loss: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 = lambda_cls*L_cls + lambda_box*L_box + lambda_kps*L_kps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Focal Loss handles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Detection Loss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Classification (Focal Loss):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Handles hard examples, balances positives/negatives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Box Regression (Smooth L1 or IoU):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L_box = sum SmoothL1(t - t*) or 1 - IoU(B, B*)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Landmark Regression: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L_kps = sum ||l^(k) - l^(k)*||_1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Post-processing: NMS (IoU threshold filters overlaps)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RetinaFace vs SCRFD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Common: Dense multi-scale prediction + multi-task loss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RetinaFace: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Accurate localization and landmark prediction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Multi-level features + multi-task supervision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SCRFD: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Efficiency under constrained compute budgets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Redistributes samples and computation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Better for real-time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5. Face Alignment: Similarity Transform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Goal: Normalize pose/scale/rotation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Given detected landmarks {x_i} and template {y_i}: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min_{s,R,t} sum ||y_i - (s*R*x_i + t)||^2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SVD solution: H = X_c * Y_c^T = U*Sigma*V^T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R = V*U^T (rotation)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s = tr(Sigma)/||X_c||_F^2 (scale)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t = y_bar - s*R*x_bar (translation)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Output: 112x112 aligned face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6. ArcFace: Normalized Softmax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Goal: Same-identity close, different far apart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Normalized Softmax: features and weights normalized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f_tilde = f/||f||, w_tilde_j = w_j/||w_j||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w_tilde_j^T * f_tilde = cos(theta_j)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Scale factor s sharpens softmax: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L_soft = -log(e^{s*cos(theta_y)} / sum e^{s*cos(theta_j)})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ArcFace: Additive Angular Margin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Add angular margin m&gt;0 to target class: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l_j = s*cos(theta_y+m) if j=y, else s*cos(theta_j)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ArcFace Loss: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L_arc = -log(e^{s*cos(theta_y+m)} / (...))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Geometry: cos(theta_y+m) &lt; cos(theta_y)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Must reduce theta_y to compensate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Promotes intra-class compactness, inter-class gap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Typical: s~64, m~0.5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ArcFace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Avoid explicit arccos: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cos(theta_y+m) = cos(theta_y)*cos(m) - sin(theta_y)*sin(m)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sin(theta_y) = sqrt(1 - cos^2(theta_y))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Clamping for numerical stability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Inference: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Discard classification head, use embeddings only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L2-normalize, cosine similarity comparison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sim(f_a, f_b) = f_a^T*f_b / (||f_a||*||f_b||)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7. Implementation &amp;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Pipeline: PyTorch/MXNet -&gt; ONNX -&gt; TensorRT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TensorRT optimizations: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Layer Fusion: Merge kernels, reduce memory bandwidth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Precision Calibration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FP16 quantization: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- 2-3x speedup on Jetson Nano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Key for real-time performance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Optimized inference pipeline, reduced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8.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Platform: NVIDIA Jetson Nano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- 128-core Maxwell GPU, limited resources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Metrics: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Face detection accuracy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Recognition accuracy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Inference latency, throughput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Complex environments: occlusion, lighting, pose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FP16: 2-3x speedup, maintains high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9.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Efficient, high-accuracy embedded face recognition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Stack: InsightFace + RetinaFace + ArcFace + TensorRT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Achievements: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Single-stage detector for efficient localization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ArcFace angular margin learns discriminative features</a:t>
            </a:r>
          </a:p>
          <a:p>
            <a:pPr>
              <a:spcBef>
                <a:spcPts val="800"/>
              </a:spcBef>
              <a:defRPr sz="2000">
                <a:solidFill>
                  <a:srgbClr val="202020"/>
                </a:solidFill>
              </a:defRPr>
            </a:pPr>
            <a:r>
              <a:t>  - TensorRT FP16 enables real-time edge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Lightweight backbone to replace ResNet100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Edge collaborative inference optimization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Multi-modal fusion (face + voice + gait)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Privacy-preserving (federated learning, differential privacy)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More edge devices (Jetson Xavier, Coral, etc.)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[1] Viola-Jones. Robust Real-time Object Detection. IJCV 2004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[2] Zhang et al. MTCNN. 2016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[3] Deng et al. RetinaFace. CVPR 2020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[4] Schroff et al. FaceNet. CVPR 2015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[5] Liu et al. SphereFace. CVPR 2017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[6] Wang et al. CosFace. CVPR 2018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[7] Deng et al. ArcFace. CVPR 2019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[8] He et al. Deep Residual Learning. CVPR 2016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[9] InsightFace: github.com/deepinsight/insightface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Thanks to Southern University of Science and Technology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Thanks to InsightFace open-source community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Thanks to NVIDIA TensorRT team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Q&amp;A</a:t>
            </a:r>
          </a:p>
          <a:p>
            <a:pPr>
              <a:spcBef>
                <a:spcPts val="800"/>
              </a:spcBef>
              <a:defRPr sz="2400">
                <a:solidFill>
                  <a:srgbClr val="202020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Face Recognition | SUSTech | Tang, Li, Yang, Zhu, Wei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