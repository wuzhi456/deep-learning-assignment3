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Face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基于NVIDIA Jetson Nano的实时人脸识别系统</a:t>
            </a:r>
          </a:p>
          <a:p>
            <a:pPr algn="ctr">
              <a:defRPr sz="2000">
                <a:solidFill>
                  <a:srgbClr val="404040"/>
                </a:solidFill>
              </a:defRPr>
            </a:pPr>
          </a:p>
          <a:p>
            <a:pPr algn="ctr">
              <a:defRPr sz="2000">
                <a:solidFill>
                  <a:srgbClr val="404040"/>
                </a:solidFill>
              </a:defRPr>
            </a:pPr>
            <a:r>
              <a:t>Southern University of Science and Technology</a:t>
            </a:r>
          </a:p>
          <a:p>
            <a:pPr algn="ctr">
              <a:defRPr sz="2000">
                <a:solidFill>
                  <a:srgbClr val="404040"/>
                </a:solidFill>
              </a:defRPr>
            </a:pPr>
            <a:r>
              <a:t>Xianzhi Tang, Honglin Li, Yichong Yang, Keyu Zhu, Jiahao Wei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项目介绍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相关工作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InsightFace算法详解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系统实现与优化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实验与评估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项目介绍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实现基于NVIDIA Jetson Nano的边缘实时人脸识别系统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检测：RetinaFace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特征提取：ArcFace (ResNet100)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加速技术：ONNX &amp; TensorRT (FP16量化)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实现高准确率与强鲁棒性的嵌入式应用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相关工作：人脸检测发展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早期方法：Viola-Jones (Haar+AdaBoost)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深度学习：SSD, YOLO等通用检测器移植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MTCNN (多阶段) vs. RetinaFace (单阶段)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多任务学习同时预测人脸/关键点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FPN多尺度特征，提升复杂场景适应性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相关工作：特征学习与损失函数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Triplet Loss (FaceNet)：三元组距离直接学习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Margin-based Softmax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SphereFace: 角度margin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CosFace: 余弦margin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ArcFace: 加法角度margin，几何解释更直观，训练更稳定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ArcFace推动LFW、MegaFace等榜单SOTA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相关工作：深度骨干网络与加速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高效性骨干：MobileNet、ShuffleNet（移动端）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高判别性骨干：ResNet（本项目选用ResNet100）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Jetson Nano部署挑战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ONNX桥接深度学习框架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TensorRT自动融合/量化，FP16提升2-3倍速度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InsightFace算法结构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开源人脸识别全流程框架，MIT协议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支持人脸检测、关键点对齐、特征提取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多模型支持（ArcFace、CosFace等），兼容主流平台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人脸识别典型流程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检测 → 框/关键点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对齐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特征提取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检索/识别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Pipeline: Detection → Alignment → Feature Extraction →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Face Detection: RetinaFace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单阶段多任务检测器，预测框+置信度+关键点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多尺度FPN特征，Dense预测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损失函数 = 分类 + 回归 + 关键点，焦点损失抵抗类别失衡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推理阶段IoU并NMS合并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RetinaFace vs. SCRFD: 前者注重定位和关键点，后者极致效率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Face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目标：标准化face姿态、尺寸、旋转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基于关键点的相似性变换（SVD唯一解）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优化目标：min_{s,R,t} Σ|y_i - (sRx_i + t)|²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对齐提升后续特征提取准确性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Face Recognition: ArcFace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特征空间 f ∈ ℝ^d，同人接近、异人远离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Margin-based softmax损失函数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L_arc = -log(e^{s·cos(θ_y+m)} / (e^{s·cos(θ_y+m)} + Σ_{j≠y}e^{s·cos θ_j}))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ArcFace将特征约束在超球面上，显式扩大判别角度间隔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推理阶段余弦相似度检索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系统实现与优化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ONNX转换：PyTorch → ONNX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TensorRT引擎生成与FP16精度部署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优化推理流水线，缩短响应延迟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典型人脸识别端到端延迟展示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实验与评估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Jetson Nano端测试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指标：人脸检测与识别的准确率、延迟、吞吐量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复杂环境下鲁棒性高（遮挡、光照变化等）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FP16量化后加速2-3倍，维持高准确率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实现了高效、高精度嵌入式人脸识别系统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ArcFace + RetinaFace + TensorRT 最佳实践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后续方向：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轻量化骨干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边缘协同推理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多模态融合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隐私保护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致谢与参考文献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ACM参考文献样式 BibTeX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主要参考项目和论文：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InsightFace: https://github.com/deepinsight/insightface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RetinaFace: Deng et al., 2020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ArcFace: Deng et al., CVPR 2019</a:t>
            </a:r>
          </a:p>
          <a:p>
            <a:pPr lvl="1">
              <a:spcBef>
                <a:spcPts val="600"/>
              </a:spcBef>
              <a:defRPr sz="2000">
                <a:solidFill>
                  <a:srgbClr val="202020"/>
                </a:solidFill>
              </a:defRPr>
            </a:pPr>
            <a:r>
              <a:t>• TensorRT: NVIDIA Developer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202020"/>
                </a:solidFill>
              </a:defRPr>
            </a:pPr>
            <a:r>
              <a:t>• 感谢SUSTech提供的硬件资源和指导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Face Recognition | SUSTech | Tang, Li, Yang, Zhu, Wei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